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6256000" cy="9144000"/>
  <p:notesSz cx="9144000" cy="16256000"/>
  <p:embeddedFontLs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55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B153-FF8D-3CEE-0B13-E4231AA1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E5F25-0EB9-1E6B-67CB-4B4B631C3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DD1FF-527C-0D42-4563-27859D2C6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138A0-DF44-8101-6DCA-DD2097567D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7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c6e372hnke34/mnt/agents/output/placementhub/images/5_Aerial_View_of_a_Modern_University.png"/>
          <p:cNvPicPr>
            <a:picLocks noChangeAspect="1"/>
          </p:cNvPicPr>
          <p:nvPr/>
        </p:nvPicPr>
        <p:blipFill>
          <a:blip r:embed="rId3"/>
          <a:srcRect l="1444" r="144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D3D">
                  <a:alpha val="95000"/>
                </a:srgbClr>
              </a:gs>
              <a:gs pos="55000">
                <a:srgbClr val="1E2D3D">
                  <a:alpha val="85000"/>
                </a:srgbClr>
              </a:gs>
              <a:gs pos="100000">
                <a:srgbClr val="1E2D3D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16000" y="2476500"/>
            <a:ext cx="762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16000" y="27305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kern="0" spc="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16000" y="3746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Operating System for Campus Placements &amp; Industry Engagement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6000" y="4445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multi-tenant SaaS platform connecting colleges, students, and employers through a single workflow.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5461000"/>
            <a:ext cx="6350000" cy="12700"/>
          </a:xfrm>
          <a:prstGeom prst="rect">
            <a:avLst/>
          </a:prstGeom>
          <a:solidFill>
            <a:srgbClr val="F5F3EF">
              <a:alpha val="188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16000" y="5715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Sandbox Environment</a:t>
            </a:r>
            <a:r>
              <a:rPr lang="en-US" sz="1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June 2026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[Your Name]  |  [Demo URL]  |  [Email]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6000" y="838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kern="0" spc="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PLACEMENTHUB.IO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IN" sz="3000" kern="0" spc="200" dirty="0">
                <a:solidFill>
                  <a:srgbClr val="1E2D3D"/>
                </a:solidFill>
                <a:latin typeface="Liter" pitchFamily="34" charset="0"/>
              </a:rPr>
              <a:t>F</a:t>
            </a:r>
            <a:r>
              <a:rPr lang="en-US" sz="3000" kern="0" spc="200" dirty="0" err="1">
                <a:solidFill>
                  <a:srgbClr val="1E2D3D"/>
                </a:solidFill>
                <a:latin typeface="Liter" pitchFamily="34" charset="0"/>
              </a:rPr>
              <a:t>ounder</a:t>
            </a: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</a:rPr>
              <a:t> Background – </a:t>
            </a:r>
            <a:r>
              <a:rPr lang="en-US" sz="3000" kern="0" spc="200" dirty="0" err="1">
                <a:solidFill>
                  <a:srgbClr val="1E2D3D"/>
                </a:solidFill>
                <a:latin typeface="Liter" pitchFamily="34" charset="0"/>
              </a:rPr>
              <a:t>PlacementHub</a:t>
            </a: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</a:rPr>
              <a:t> </a:t>
            </a:r>
            <a:endParaRPr lang="en-US" sz="3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E16AC-0515-A387-9CD4-5C63C998C4C3}"/>
              </a:ext>
            </a:extLst>
          </p:cNvPr>
          <p:cNvSpPr txBox="1"/>
          <p:nvPr/>
        </p:nvSpPr>
        <p:spPr>
          <a:xfrm>
            <a:off x="1791730" y="3933728"/>
            <a:ext cx="81307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Staffing &amp; Campus Engagement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and executed campus hiring and internship engagement programs, collaborating with colleges to identify, recruit, and develop early-career talent.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30+ years</a:t>
            </a:r>
            <a:r>
              <a:rPr lang="en-US" dirty="0"/>
              <a:t> of leadership experience across enterprise and startup environments.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Led </a:t>
            </a:r>
            <a:r>
              <a:rPr lang="en-US" b="1" dirty="0"/>
              <a:t>recruitment, workforce planning, and talent acquisition</a:t>
            </a:r>
            <a:r>
              <a:rPr lang="en-US" dirty="0"/>
              <a:t> initiatives across multiple organizations.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and mentored </a:t>
            </a:r>
            <a:r>
              <a:rPr lang="en-US" b="1" dirty="0"/>
              <a:t>high-performing delivery, project, and operations teams</a:t>
            </a:r>
            <a:r>
              <a:rPr lang="en-US" dirty="0"/>
              <a:t> in India and international markets.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Extensive experience in </a:t>
            </a:r>
            <a:r>
              <a:rPr lang="en-US" b="1" dirty="0"/>
              <a:t>internship programs, campus hiring, and industry-academia engagement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focus on </a:t>
            </a:r>
            <a:r>
              <a:rPr lang="en-US" b="1" dirty="0"/>
              <a:t>employee development, performance management, and leadership coaching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scaled teams while maintaining delivery excellence, governance, and operational efficiency.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people leadership, project delivery, and product management</a:t>
            </a:r>
            <a:r>
              <a:rPr lang="en-US" dirty="0"/>
              <a:t> expertise to drive organizational growth.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F3D09F-E0AD-48B6-019F-72ED63D96D26}"/>
              </a:ext>
            </a:extLst>
          </p:cNvPr>
          <p:cNvSpPr txBox="1"/>
          <p:nvPr/>
        </p:nvSpPr>
        <p:spPr>
          <a:xfrm>
            <a:off x="762000" y="2196148"/>
            <a:ext cx="8130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"Experienced leader in staffing, campus engagement, talent development, and large-scale program delivery with 30+ years of industry experience.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853D-D71C-6E05-8956-1FACC800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674111-3837-7F77-FE81-1EA0C85C89DC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 MANAGEMENT IS STILL FRAGMENTED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819EE5-8B71-BB13-DBB1-DC6D921CDD78}"/>
              </a:ext>
            </a:extLst>
          </p:cNvPr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3432F3-7E95-8742-A1D5-005122C03B3E}"/>
              </a:ext>
            </a:extLst>
          </p:cNvPr>
          <p:cNvSpPr/>
          <p:nvPr/>
        </p:nvSpPr>
        <p:spPr>
          <a:xfrm>
            <a:off x="762000" y="1460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institutions manage placements through a combination of: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0120BF8-85B4-E596-97D9-D65D1BE7EA4A}"/>
              </a:ext>
            </a:extLst>
          </p:cNvPr>
          <p:cNvSpPr/>
          <p:nvPr/>
        </p:nvSpPr>
        <p:spPr>
          <a:xfrm>
            <a:off x="762000" y="2032000"/>
            <a:ext cx="14732000" cy="6985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15444A-3F70-8ACB-93D2-ADE8C2A57EC3}"/>
              </a:ext>
            </a:extLst>
          </p:cNvPr>
          <p:cNvSpPr/>
          <p:nvPr/>
        </p:nvSpPr>
        <p:spPr>
          <a:xfrm>
            <a:off x="1016000" y="2032000"/>
            <a:ext cx="1422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Email Communications       </a:t>
            </a: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Excel Spreadsheets       </a:t>
            </a: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WhatsApp Groups       </a:t>
            </a: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Shared Drives       </a:t>
            </a: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Standalone Job Portals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A9465D-CB88-C4AC-1314-58465647C38D}"/>
              </a:ext>
            </a:extLst>
          </p:cNvPr>
          <p:cNvSpPr/>
          <p:nvPr/>
        </p:nvSpPr>
        <p:spPr>
          <a:xfrm>
            <a:off x="762000" y="3111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Creates Challenges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276057-6AB4-8FFF-3C97-B105C2067C2A}"/>
              </a:ext>
            </a:extLst>
          </p:cNvPr>
          <p:cNvSpPr/>
          <p:nvPr/>
        </p:nvSpPr>
        <p:spPr>
          <a:xfrm>
            <a:off x="762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1197CE-F5B4-E916-B02A-5A4D0AE27C6A}"/>
              </a:ext>
            </a:extLst>
          </p:cNvPr>
          <p:cNvSpPr/>
          <p:nvPr/>
        </p:nvSpPr>
        <p:spPr>
          <a:xfrm>
            <a:off x="1270000" y="3708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miss updates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important deadlines and communications get lost across channels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CF5DC7-549A-94AC-55C4-E1E76FB49086}"/>
              </a:ext>
            </a:extLst>
          </p:cNvPr>
          <p:cNvSpPr/>
          <p:nvPr/>
        </p:nvSpPr>
        <p:spPr>
          <a:xfrm>
            <a:off x="762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90F290-A45E-FE76-421D-F60CBB8CE189}"/>
              </a:ext>
            </a:extLst>
          </p:cNvPr>
          <p:cNvSpPr/>
          <p:nvPr/>
        </p:nvSpPr>
        <p:spPr>
          <a:xfrm>
            <a:off x="1270000" y="4724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Employers repeat efforts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same coordination work with each institution, every season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F875454-902E-53E2-2716-7031B795C537}"/>
              </a:ext>
            </a:extLst>
          </p:cNvPr>
          <p:cNvSpPr/>
          <p:nvPr/>
        </p:nvSpPr>
        <p:spPr>
          <a:xfrm>
            <a:off x="8128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7468DB-D414-D2D7-B7A0-06D7E206F58D}"/>
              </a:ext>
            </a:extLst>
          </p:cNvPr>
          <p:cNvSpPr/>
          <p:nvPr/>
        </p:nvSpPr>
        <p:spPr>
          <a:xfrm>
            <a:off x="8636000" y="3708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administration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placement offices spend significant time on repetitive tasks</a:t>
            </a:r>
            <a:endParaRPr lang="en-US" sz="1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951241-F7ED-4FAD-2E29-AD0B000B0160}"/>
              </a:ext>
            </a:extLst>
          </p:cNvPr>
          <p:cNvSpPr/>
          <p:nvPr/>
        </p:nvSpPr>
        <p:spPr>
          <a:xfrm>
            <a:off x="8128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ED7A1B-8CF1-3209-69C0-D131D99F926C}"/>
              </a:ext>
            </a:extLst>
          </p:cNvPr>
          <p:cNvSpPr/>
          <p:nvPr/>
        </p:nvSpPr>
        <p:spPr>
          <a:xfrm>
            <a:off x="8636000" y="4724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are hard to enforce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placement policies applied inconsistently across processes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E8F0910-3DC8-1E8F-688A-71AEE4F87570}"/>
              </a:ext>
            </a:extLst>
          </p:cNvPr>
          <p:cNvSpPr/>
          <p:nvPr/>
        </p:nvSpPr>
        <p:spPr>
          <a:xfrm>
            <a:off x="762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0B47E1E-D6A1-90E3-35F5-93184E2C2014}"/>
              </a:ext>
            </a:extLst>
          </p:cNvPr>
          <p:cNvSpPr/>
          <p:nvPr/>
        </p:nvSpPr>
        <p:spPr>
          <a:xfrm>
            <a:off x="1270000" y="5740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reliable reporting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leadership lacks audit trails and data-driven insights</a:t>
            </a:r>
            <a:endParaRPr lang="en-US" sz="1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69ECD9E-B633-4A02-AE8D-63FE6D07D4FE}"/>
              </a:ext>
            </a:extLst>
          </p:cNvPr>
          <p:cNvSpPr/>
          <p:nvPr/>
        </p:nvSpPr>
        <p:spPr>
          <a:xfrm>
            <a:off x="762000" y="6921500"/>
            <a:ext cx="14732000" cy="1143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1ED2342-FB4E-177F-1BDC-30DDE2E3CCB9}"/>
              </a:ext>
            </a:extLst>
          </p:cNvPr>
          <p:cNvSpPr/>
          <p:nvPr/>
        </p:nvSpPr>
        <p:spPr>
          <a:xfrm>
            <a:off x="1143000" y="7048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"As placement activity grows, coordination becomes increasingly complex. Institutions need a structured system rather than a collection of disconnected tools."</a:t>
            </a:r>
            <a:endParaRPr lang="en-US" sz="1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7727B2D-79BF-391E-9EDF-69021173C77D}"/>
              </a:ext>
            </a:extLst>
          </p:cNvPr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0C0848E-D2DB-5E0F-ECD3-94F6BC3481EC}"/>
              </a:ext>
            </a:extLst>
          </p:cNvPr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387940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tools. Multiple processes. Multiple sources of truth.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59000"/>
          <a:ext cx="14732000" cy="4445000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Current Approach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Email &amp; Excel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Manual tracking and reporting — no automation, error-prone, version control issues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WhatsApp Groups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Information scattered across channels — no searchability, no audit trail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Generic Job Portals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designed for campus placement workflows — lack institutional controls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ERP Placement Modules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Often limited employer engagement features — one-sided student management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Separate Systems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Duplicate data entry and inconsistent records across platforms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048500"/>
            <a:ext cx="14732000" cy="1016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3000" y="7175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7518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offices, employers, and students spend more time </a:t>
            </a: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coordinating</a:t>
            </a: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</a:t>
            </a: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executing</a:t>
            </a: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 — PLACEMENTHUB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 for the complete placement lifecycle.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3429000" cy="469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3429000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68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8894" y="-10319"/>
                </a:moveTo>
                <a:cubicBezTo>
                  <a:pt x="208552" y="-12144"/>
                  <a:pt x="197939" y="-12144"/>
                  <a:pt x="187597" y="-10319"/>
                </a:cubicBezTo>
                <a:lnTo>
                  <a:pt x="17508" y="19447"/>
                </a:lnTo>
                <a:cubicBezTo>
                  <a:pt x="7348" y="21193"/>
                  <a:pt x="0" y="29051"/>
                  <a:pt x="0" y="38100"/>
                </a:cubicBezTo>
                <a:cubicBezTo>
                  <a:pt x="0" y="46276"/>
                  <a:pt x="5896" y="53419"/>
                  <a:pt x="14514" y="56039"/>
                </a:cubicBezTo>
                <a:lnTo>
                  <a:pt x="14514" y="114300"/>
                </a:lnTo>
                <a:lnTo>
                  <a:pt x="272" y="176689"/>
                </a:lnTo>
                <a:cubicBezTo>
                  <a:pt x="91" y="177403"/>
                  <a:pt x="0" y="178197"/>
                  <a:pt x="0" y="178991"/>
                </a:cubicBezTo>
                <a:cubicBezTo>
                  <a:pt x="0" y="185341"/>
                  <a:pt x="5896" y="190579"/>
                  <a:pt x="13244" y="190579"/>
                </a:cubicBezTo>
                <a:lnTo>
                  <a:pt x="44904" y="190579"/>
                </a:lnTo>
                <a:cubicBezTo>
                  <a:pt x="52161" y="190579"/>
                  <a:pt x="58148" y="185420"/>
                  <a:pt x="58148" y="178991"/>
                </a:cubicBezTo>
                <a:cubicBezTo>
                  <a:pt x="58148" y="178197"/>
                  <a:pt x="58057" y="177483"/>
                  <a:pt x="57876" y="176689"/>
                </a:cubicBezTo>
                <a:lnTo>
                  <a:pt x="43543" y="114300"/>
                </a:lnTo>
                <a:lnTo>
                  <a:pt x="43543" y="61357"/>
                </a:lnTo>
                <a:lnTo>
                  <a:pt x="87086" y="68977"/>
                </a:lnTo>
                <a:lnTo>
                  <a:pt x="87086" y="114300"/>
                </a:lnTo>
                <a:cubicBezTo>
                  <a:pt x="87086" y="170418"/>
                  <a:pt x="139065" y="215900"/>
                  <a:pt x="203200" y="215900"/>
                </a:cubicBezTo>
                <a:cubicBezTo>
                  <a:pt x="267335" y="215900"/>
                  <a:pt x="319314" y="170418"/>
                  <a:pt x="319314" y="114300"/>
                </a:cubicBezTo>
                <a:lnTo>
                  <a:pt x="319314" y="68977"/>
                </a:lnTo>
                <a:lnTo>
                  <a:pt x="388892" y="56833"/>
                </a:lnTo>
                <a:cubicBezTo>
                  <a:pt x="399052" y="55007"/>
                  <a:pt x="406400" y="47149"/>
                  <a:pt x="406400" y="38100"/>
                </a:cubicBezTo>
                <a:cubicBezTo>
                  <a:pt x="406400" y="29051"/>
                  <a:pt x="399052" y="21193"/>
                  <a:pt x="388892" y="19447"/>
                </a:cubicBezTo>
                <a:lnTo>
                  <a:pt x="218894" y="-10319"/>
                </a:lnTo>
                <a:close/>
                <a:moveTo>
                  <a:pt x="203200" y="177800"/>
                </a:moveTo>
                <a:cubicBezTo>
                  <a:pt x="163104" y="177800"/>
                  <a:pt x="130629" y="149384"/>
                  <a:pt x="130629" y="114300"/>
                </a:cubicBezTo>
                <a:lnTo>
                  <a:pt x="275771" y="114300"/>
                </a:lnTo>
                <a:cubicBezTo>
                  <a:pt x="275771" y="149384"/>
                  <a:pt x="243296" y="177800"/>
                  <a:pt x="203200" y="177800"/>
                </a:cubicBezTo>
                <a:close/>
                <a:moveTo>
                  <a:pt x="108948" y="254079"/>
                </a:moveTo>
                <a:cubicBezTo>
                  <a:pt x="53249" y="276463"/>
                  <a:pt x="14514" y="325676"/>
                  <a:pt x="14514" y="382826"/>
                </a:cubicBezTo>
                <a:cubicBezTo>
                  <a:pt x="14514" y="395843"/>
                  <a:pt x="26579" y="406400"/>
                  <a:pt x="41456" y="406400"/>
                </a:cubicBezTo>
                <a:lnTo>
                  <a:pt x="181429" y="406400"/>
                </a:lnTo>
                <a:lnTo>
                  <a:pt x="181429" y="290513"/>
                </a:lnTo>
                <a:lnTo>
                  <a:pt x="129359" y="256381"/>
                </a:lnTo>
                <a:cubicBezTo>
                  <a:pt x="123462" y="252492"/>
                  <a:pt x="115570" y="251460"/>
                  <a:pt x="108857" y="254159"/>
                </a:cubicBezTo>
                <a:close/>
                <a:moveTo>
                  <a:pt x="224971" y="406400"/>
                </a:moveTo>
                <a:lnTo>
                  <a:pt x="364944" y="406400"/>
                </a:lnTo>
                <a:cubicBezTo>
                  <a:pt x="379821" y="406400"/>
                  <a:pt x="391886" y="395843"/>
                  <a:pt x="391886" y="382826"/>
                </a:cubicBezTo>
                <a:cubicBezTo>
                  <a:pt x="391886" y="325676"/>
                  <a:pt x="353151" y="276463"/>
                  <a:pt x="297452" y="254159"/>
                </a:cubicBezTo>
                <a:cubicBezTo>
                  <a:pt x="290739" y="251460"/>
                  <a:pt x="282847" y="252492"/>
                  <a:pt x="276951" y="256381"/>
                </a:cubicBezTo>
                <a:lnTo>
                  <a:pt x="224881" y="290513"/>
                </a:lnTo>
                <a:lnTo>
                  <a:pt x="224881" y="4064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2984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800" y="3429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Discover opportunities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online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 applications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interviews and offers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33900" y="2095500"/>
            <a:ext cx="3429000" cy="469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33900" y="2095500"/>
            <a:ext cx="3429000" cy="50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87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5821" y="16034"/>
                </a:moveTo>
                <a:cubicBezTo>
                  <a:pt x="208042" y="11589"/>
                  <a:pt x="198437" y="11589"/>
                  <a:pt x="190579" y="16034"/>
                </a:cubicBezTo>
                <a:lnTo>
                  <a:pt x="12779" y="117634"/>
                </a:lnTo>
                <a:cubicBezTo>
                  <a:pt x="2778" y="123349"/>
                  <a:pt x="-2143" y="135096"/>
                  <a:pt x="794" y="146209"/>
                </a:cubicBezTo>
                <a:cubicBezTo>
                  <a:pt x="3731" y="157321"/>
                  <a:pt x="13891" y="165100"/>
                  <a:pt x="25400" y="165100"/>
                </a:cubicBezTo>
                <a:lnTo>
                  <a:pt x="50800" y="165100"/>
                </a:lnTo>
                <a:lnTo>
                  <a:pt x="50800" y="330200"/>
                </a:lnTo>
                <a:lnTo>
                  <a:pt x="50800" y="330200"/>
                </a:lnTo>
                <a:lnTo>
                  <a:pt x="10160" y="360680"/>
                </a:lnTo>
                <a:cubicBezTo>
                  <a:pt x="3731" y="365442"/>
                  <a:pt x="0" y="372983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72983"/>
                  <a:pt x="402669" y="365442"/>
                  <a:pt x="396240" y="360680"/>
                </a:cubicBezTo>
                <a:lnTo>
                  <a:pt x="355600" y="330200"/>
                </a:lnTo>
                <a:lnTo>
                  <a:pt x="355600" y="165100"/>
                </a:lnTo>
                <a:lnTo>
                  <a:pt x="381000" y="165100"/>
                </a:lnTo>
                <a:cubicBezTo>
                  <a:pt x="392509" y="165100"/>
                  <a:pt x="402590" y="157321"/>
                  <a:pt x="405527" y="146209"/>
                </a:cubicBezTo>
                <a:cubicBezTo>
                  <a:pt x="408464" y="135096"/>
                  <a:pt x="403543" y="123349"/>
                  <a:pt x="393541" y="117634"/>
                </a:cubicBezTo>
                <a:lnTo>
                  <a:pt x="215741" y="16034"/>
                </a:lnTo>
                <a:close/>
                <a:moveTo>
                  <a:pt x="317500" y="165100"/>
                </a:moveTo>
                <a:lnTo>
                  <a:pt x="317500" y="330200"/>
                </a:lnTo>
                <a:lnTo>
                  <a:pt x="266700" y="330200"/>
                </a:lnTo>
                <a:lnTo>
                  <a:pt x="266700" y="165100"/>
                </a:lnTo>
                <a:lnTo>
                  <a:pt x="317500" y="165100"/>
                </a:lnTo>
                <a:close/>
                <a:moveTo>
                  <a:pt x="228600" y="165100"/>
                </a:moveTo>
                <a:lnTo>
                  <a:pt x="228600" y="330200"/>
                </a:lnTo>
                <a:lnTo>
                  <a:pt x="177800" y="330200"/>
                </a:lnTo>
                <a:lnTo>
                  <a:pt x="177800" y="165100"/>
                </a:lnTo>
                <a:lnTo>
                  <a:pt x="228600" y="165100"/>
                </a:lnTo>
                <a:close/>
                <a:moveTo>
                  <a:pt x="139700" y="165100"/>
                </a:moveTo>
                <a:lnTo>
                  <a:pt x="139700" y="330200"/>
                </a:lnTo>
                <a:lnTo>
                  <a:pt x="88900" y="330200"/>
                </a:lnTo>
                <a:lnTo>
                  <a:pt x="88900" y="165100"/>
                </a:lnTo>
                <a:lnTo>
                  <a:pt x="139700" y="165100"/>
                </a:lnTo>
                <a:close/>
                <a:moveTo>
                  <a:pt x="203200" y="76200"/>
                </a:moveTo>
                <a:cubicBezTo>
                  <a:pt x="217219" y="76200"/>
                  <a:pt x="228600" y="87581"/>
                  <a:pt x="228600" y="101600"/>
                </a:cubicBezTo>
                <a:cubicBezTo>
                  <a:pt x="228600" y="115619"/>
                  <a:pt x="217219" y="127000"/>
                  <a:pt x="203200" y="127000"/>
                </a:cubicBezTo>
                <a:cubicBezTo>
                  <a:pt x="189181" y="127000"/>
                  <a:pt x="177800" y="115619"/>
                  <a:pt x="177800" y="101600"/>
                </a:cubicBezTo>
                <a:cubicBezTo>
                  <a:pt x="177800" y="87581"/>
                  <a:pt x="189181" y="76200"/>
                  <a:pt x="203200" y="76200"/>
                </a:cubicBez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8700" y="2984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 Office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38700" y="3429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partnerships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Enforce placement rules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drives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Generate reports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05800" y="2095500"/>
            <a:ext cx="3429000" cy="469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05800" y="2095500"/>
            <a:ext cx="3429000" cy="50800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106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10600" y="2984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10600" y="3429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 with campuses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Publish opportunities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selection processes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Issue offers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77700" y="2095500"/>
            <a:ext cx="3429000" cy="469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077700" y="2095500"/>
            <a:ext cx="3429000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3825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82500" y="2984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 Admin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82500" y="3429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platform operations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Onboard institutions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Configure tenants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system activity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7239000"/>
            <a:ext cx="139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 of truth</a:t>
            </a: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students, employers, and institutions.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PLACEMENTHUB DIFFERENT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specifically for campus hiring.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Multi-tenant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partnership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3429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Placement rules engine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Campus visibility controls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318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Clarifications and announcements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8000" y="2540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Audit logs and reporting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0" y="2984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Internship and project management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0" y="3429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engagement workflows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016500"/>
            <a:ext cx="14732000" cy="12700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527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PLACEMENTS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" y="57150"/>
                </a:moveTo>
                <a:cubicBezTo>
                  <a:pt x="30480" y="36135"/>
                  <a:pt x="44148" y="19050"/>
                  <a:pt x="60960" y="19050"/>
                </a:cubicBezTo>
                <a:lnTo>
                  <a:pt x="243840" y="19050"/>
                </a:lnTo>
                <a:cubicBezTo>
                  <a:pt x="260652" y="19050"/>
                  <a:pt x="274320" y="36135"/>
                  <a:pt x="274320" y="57150"/>
                </a:cubicBezTo>
                <a:lnTo>
                  <a:pt x="274320" y="200025"/>
                </a:lnTo>
                <a:lnTo>
                  <a:pt x="243840" y="200025"/>
                </a:lnTo>
                <a:lnTo>
                  <a:pt x="243840" y="57150"/>
                </a:lnTo>
                <a:lnTo>
                  <a:pt x="60960" y="57150"/>
                </a:lnTo>
                <a:lnTo>
                  <a:pt x="60960" y="200025"/>
                </a:lnTo>
                <a:lnTo>
                  <a:pt x="30480" y="200025"/>
                </a:lnTo>
                <a:lnTo>
                  <a:pt x="30480" y="57150"/>
                </a:lnTo>
                <a:close/>
                <a:moveTo>
                  <a:pt x="0" y="240030"/>
                </a:moveTo>
                <a:cubicBezTo>
                  <a:pt x="0" y="233720"/>
                  <a:pt x="4096" y="228600"/>
                  <a:pt x="9144" y="228600"/>
                </a:cubicBezTo>
                <a:lnTo>
                  <a:pt x="295656" y="228600"/>
                </a:lnTo>
                <a:cubicBezTo>
                  <a:pt x="300704" y="228600"/>
                  <a:pt x="304800" y="233720"/>
                  <a:pt x="304800" y="240030"/>
                </a:cubicBezTo>
                <a:cubicBezTo>
                  <a:pt x="304800" y="265271"/>
                  <a:pt x="288417" y="285750"/>
                  <a:pt x="268224" y="285750"/>
                </a:cubicBezTo>
                <a:lnTo>
                  <a:pt x="36576" y="285750"/>
                </a:lnTo>
                <a:cubicBezTo>
                  <a:pt x="16383" y="285750"/>
                  <a:pt x="0" y="265271"/>
                  <a:pt x="0" y="240030"/>
                </a:cubicBezTo>
                <a:close/>
                <a:moveTo>
                  <a:pt x="133826" y="124420"/>
                </a:moveTo>
                <a:lnTo>
                  <a:pt x="119063" y="142875"/>
                </a:lnTo>
                <a:lnTo>
                  <a:pt x="133826" y="161330"/>
                </a:lnTo>
                <a:cubicBezTo>
                  <a:pt x="138303" y="166926"/>
                  <a:pt x="138303" y="175974"/>
                  <a:pt x="133826" y="181511"/>
                </a:cubicBezTo>
                <a:cubicBezTo>
                  <a:pt x="129350" y="187047"/>
                  <a:pt x="122110" y="187107"/>
                  <a:pt x="117681" y="181511"/>
                </a:cubicBezTo>
                <a:lnTo>
                  <a:pt x="94821" y="152936"/>
                </a:lnTo>
                <a:cubicBezTo>
                  <a:pt x="90345" y="147340"/>
                  <a:pt x="90345" y="138291"/>
                  <a:pt x="94821" y="132755"/>
                </a:cubicBezTo>
                <a:lnTo>
                  <a:pt x="117681" y="104180"/>
                </a:lnTo>
                <a:cubicBezTo>
                  <a:pt x="122158" y="98584"/>
                  <a:pt x="129397" y="98584"/>
                  <a:pt x="133826" y="104180"/>
                </a:cubicBezTo>
                <a:cubicBezTo>
                  <a:pt x="138255" y="109776"/>
                  <a:pt x="138303" y="118824"/>
                  <a:pt x="133826" y="124361"/>
                </a:cubicBezTo>
                <a:close/>
                <a:moveTo>
                  <a:pt x="187166" y="104180"/>
                </a:moveTo>
                <a:lnTo>
                  <a:pt x="210026" y="132755"/>
                </a:lnTo>
                <a:cubicBezTo>
                  <a:pt x="214503" y="138351"/>
                  <a:pt x="214503" y="147399"/>
                  <a:pt x="210026" y="152936"/>
                </a:cubicBezTo>
                <a:lnTo>
                  <a:pt x="187166" y="181511"/>
                </a:lnTo>
                <a:cubicBezTo>
                  <a:pt x="182690" y="187107"/>
                  <a:pt x="175451" y="187107"/>
                  <a:pt x="171021" y="181511"/>
                </a:cubicBezTo>
                <a:cubicBezTo>
                  <a:pt x="166592" y="175915"/>
                  <a:pt x="166545" y="166866"/>
                  <a:pt x="171021" y="161330"/>
                </a:cubicBezTo>
                <a:lnTo>
                  <a:pt x="185785" y="142875"/>
                </a:lnTo>
                <a:lnTo>
                  <a:pt x="171021" y="124420"/>
                </a:lnTo>
                <a:cubicBezTo>
                  <a:pt x="166545" y="118824"/>
                  <a:pt x="166545" y="109776"/>
                  <a:pt x="171021" y="104239"/>
                </a:cubicBezTo>
                <a:cubicBezTo>
                  <a:pt x="175498" y="98703"/>
                  <a:pt x="182737" y="98643"/>
                  <a:pt x="187166" y="104239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19200" y="57531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56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633" y="134303"/>
                </a:moveTo>
                <a:lnTo>
                  <a:pt x="17145" y="176332"/>
                </a:lnTo>
                <a:lnTo>
                  <a:pt x="17145" y="57150"/>
                </a:lnTo>
                <a:cubicBezTo>
                  <a:pt x="17145" y="36135"/>
                  <a:pt x="32332" y="19050"/>
                  <a:pt x="51012" y="19050"/>
                </a:cubicBezTo>
                <a:lnTo>
                  <a:pt x="124407" y="19050"/>
                </a:lnTo>
                <a:cubicBezTo>
                  <a:pt x="131710" y="19050"/>
                  <a:pt x="138853" y="21729"/>
                  <a:pt x="144727" y="26670"/>
                </a:cubicBezTo>
                <a:lnTo>
                  <a:pt x="165047" y="43815"/>
                </a:lnTo>
                <a:cubicBezTo>
                  <a:pt x="167958" y="46315"/>
                  <a:pt x="171556" y="47625"/>
                  <a:pt x="175207" y="47625"/>
                </a:cubicBezTo>
                <a:lnTo>
                  <a:pt x="237278" y="47625"/>
                </a:lnTo>
                <a:cubicBezTo>
                  <a:pt x="255958" y="47625"/>
                  <a:pt x="271145" y="64710"/>
                  <a:pt x="271145" y="85725"/>
                </a:cubicBezTo>
                <a:lnTo>
                  <a:pt x="271145" y="95250"/>
                </a:lnTo>
                <a:lnTo>
                  <a:pt x="77787" y="95250"/>
                </a:lnTo>
                <a:cubicBezTo>
                  <a:pt x="55933" y="95250"/>
                  <a:pt x="36513" y="110966"/>
                  <a:pt x="29580" y="134303"/>
                </a:cubicBezTo>
                <a:close/>
                <a:moveTo>
                  <a:pt x="252836" y="266700"/>
                </a:moveTo>
                <a:lnTo>
                  <a:pt x="52388" y="266700"/>
                </a:lnTo>
                <a:cubicBezTo>
                  <a:pt x="35031" y="266700"/>
                  <a:pt x="22807" y="247590"/>
                  <a:pt x="28310" y="229076"/>
                </a:cubicBezTo>
                <a:lnTo>
                  <a:pt x="53710" y="143351"/>
                </a:lnTo>
                <a:cubicBezTo>
                  <a:pt x="57150" y="131683"/>
                  <a:pt x="66887" y="123825"/>
                  <a:pt x="77787" y="123825"/>
                </a:cubicBezTo>
                <a:lnTo>
                  <a:pt x="278236" y="123825"/>
                </a:lnTo>
                <a:cubicBezTo>
                  <a:pt x="295592" y="123825"/>
                  <a:pt x="307816" y="142935"/>
                  <a:pt x="302313" y="161449"/>
                </a:cubicBezTo>
                <a:lnTo>
                  <a:pt x="276913" y="247174"/>
                </a:lnTo>
                <a:cubicBezTo>
                  <a:pt x="273473" y="258842"/>
                  <a:pt x="263737" y="266700"/>
                  <a:pt x="252836" y="266700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13200" y="57531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Projects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04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61200" y="57531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98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9525"/>
                </a:moveTo>
                <a:cubicBezTo>
                  <a:pt x="179736" y="9525"/>
                  <a:pt x="201930" y="37267"/>
                  <a:pt x="201930" y="71438"/>
                </a:cubicBezTo>
                <a:cubicBezTo>
                  <a:pt x="201930" y="105608"/>
                  <a:pt x="179736" y="133350"/>
                  <a:pt x="152400" y="133350"/>
                </a:cubicBezTo>
                <a:cubicBezTo>
                  <a:pt x="125064" y="133350"/>
                  <a:pt x="102870" y="105608"/>
                  <a:pt x="102870" y="71438"/>
                </a:cubicBezTo>
                <a:cubicBezTo>
                  <a:pt x="102870" y="37267"/>
                  <a:pt x="125064" y="9525"/>
                  <a:pt x="152400" y="9525"/>
                </a:cubicBezTo>
                <a:close/>
                <a:moveTo>
                  <a:pt x="45720" y="52388"/>
                </a:moveTo>
                <a:cubicBezTo>
                  <a:pt x="64645" y="52388"/>
                  <a:pt x="80010" y="71594"/>
                  <a:pt x="80010" y="95250"/>
                </a:cubicBezTo>
                <a:cubicBezTo>
                  <a:pt x="80010" y="118906"/>
                  <a:pt x="64645" y="138113"/>
                  <a:pt x="45720" y="138113"/>
                </a:cubicBezTo>
                <a:cubicBezTo>
                  <a:pt x="26795" y="138113"/>
                  <a:pt x="11430" y="118906"/>
                  <a:pt x="11430" y="95250"/>
                </a:cubicBezTo>
                <a:cubicBezTo>
                  <a:pt x="11430" y="71594"/>
                  <a:pt x="26795" y="52388"/>
                  <a:pt x="45720" y="52388"/>
                </a:cubicBezTo>
                <a:close/>
                <a:moveTo>
                  <a:pt x="0" y="247650"/>
                </a:moveTo>
                <a:cubicBezTo>
                  <a:pt x="0" y="205561"/>
                  <a:pt x="27289" y="171450"/>
                  <a:pt x="60960" y="171450"/>
                </a:cubicBezTo>
                <a:cubicBezTo>
                  <a:pt x="67056" y="171450"/>
                  <a:pt x="72962" y="172581"/>
                  <a:pt x="78534" y="174665"/>
                </a:cubicBezTo>
                <a:cubicBezTo>
                  <a:pt x="62865" y="196572"/>
                  <a:pt x="53340" y="225504"/>
                  <a:pt x="53340" y="257175"/>
                </a:cubicBezTo>
                <a:lnTo>
                  <a:pt x="53340" y="266700"/>
                </a:lnTo>
                <a:cubicBezTo>
                  <a:pt x="53340" y="273487"/>
                  <a:pt x="54483" y="279916"/>
                  <a:pt x="56531" y="285750"/>
                </a:cubicBezTo>
                <a:lnTo>
                  <a:pt x="15240" y="285750"/>
                </a:lnTo>
                <a:cubicBezTo>
                  <a:pt x="6810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248269" y="285750"/>
                </a:moveTo>
                <a:cubicBezTo>
                  <a:pt x="250317" y="279916"/>
                  <a:pt x="251460" y="273487"/>
                  <a:pt x="251460" y="266700"/>
                </a:cubicBezTo>
                <a:lnTo>
                  <a:pt x="251460" y="257175"/>
                </a:lnTo>
                <a:cubicBezTo>
                  <a:pt x="251460" y="225504"/>
                  <a:pt x="241935" y="196572"/>
                  <a:pt x="226266" y="174665"/>
                </a:cubicBezTo>
                <a:cubicBezTo>
                  <a:pt x="231839" y="172581"/>
                  <a:pt x="237744" y="171450"/>
                  <a:pt x="243840" y="171450"/>
                </a:cubicBezTo>
                <a:cubicBezTo>
                  <a:pt x="277511" y="171450"/>
                  <a:pt x="304800" y="205561"/>
                  <a:pt x="304800" y="247650"/>
                </a:cubicBezTo>
                <a:lnTo>
                  <a:pt x="304800" y="266700"/>
                </a:lnTo>
                <a:cubicBezTo>
                  <a:pt x="304800" y="277237"/>
                  <a:pt x="297990" y="285750"/>
                  <a:pt x="289560" y="285750"/>
                </a:cubicBezTo>
                <a:lnTo>
                  <a:pt x="248269" y="285750"/>
                </a:lnTo>
                <a:close/>
                <a:moveTo>
                  <a:pt x="224790" y="95250"/>
                </a:moveTo>
                <a:cubicBezTo>
                  <a:pt x="224790" y="71594"/>
                  <a:pt x="240155" y="52388"/>
                  <a:pt x="259080" y="52388"/>
                </a:cubicBezTo>
                <a:cubicBezTo>
                  <a:pt x="278005" y="52388"/>
                  <a:pt x="293370" y="71594"/>
                  <a:pt x="293370" y="95250"/>
                </a:cubicBezTo>
                <a:cubicBezTo>
                  <a:pt x="293370" y="118906"/>
                  <a:pt x="278005" y="138113"/>
                  <a:pt x="259080" y="138113"/>
                </a:cubicBezTo>
                <a:cubicBezTo>
                  <a:pt x="240155" y="138113"/>
                  <a:pt x="224790" y="118906"/>
                  <a:pt x="224790" y="95250"/>
                </a:cubicBezTo>
                <a:close/>
                <a:moveTo>
                  <a:pt x="76200" y="257175"/>
                </a:moveTo>
                <a:cubicBezTo>
                  <a:pt x="76200" y="204549"/>
                  <a:pt x="110300" y="161925"/>
                  <a:pt x="152400" y="161925"/>
                </a:cubicBezTo>
                <a:cubicBezTo>
                  <a:pt x="194500" y="161925"/>
                  <a:pt x="228600" y="204549"/>
                  <a:pt x="228600" y="257175"/>
                </a:cubicBezTo>
                <a:lnTo>
                  <a:pt x="228600" y="266700"/>
                </a:lnTo>
                <a:cubicBezTo>
                  <a:pt x="228600" y="277237"/>
                  <a:pt x="221790" y="285750"/>
                  <a:pt x="213360" y="285750"/>
                </a:cubicBezTo>
                <a:lnTo>
                  <a:pt x="91440" y="285750"/>
                </a:lnTo>
                <a:cubicBezTo>
                  <a:pt x="83010" y="285750"/>
                  <a:pt x="76200" y="277237"/>
                  <a:pt x="76200" y="266700"/>
                </a:cubicBezTo>
                <a:lnTo>
                  <a:pt x="76200" y="257175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55200" y="57531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Alumni Opportunities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827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558" y="11251"/>
                </a:moveTo>
                <a:cubicBezTo>
                  <a:pt x="281404" y="14288"/>
                  <a:pt x="285750" y="21074"/>
                  <a:pt x="285750" y="28575"/>
                </a:cubicBezTo>
                <a:lnTo>
                  <a:pt x="285750" y="276225"/>
                </a:lnTo>
                <a:cubicBezTo>
                  <a:pt x="285750" y="283726"/>
                  <a:pt x="281404" y="290513"/>
                  <a:pt x="274558" y="293549"/>
                </a:cubicBezTo>
                <a:cubicBezTo>
                  <a:pt x="267712" y="296585"/>
                  <a:pt x="259794" y="295454"/>
                  <a:pt x="254139" y="290513"/>
                </a:cubicBezTo>
                <a:lnTo>
                  <a:pt x="226397" y="266283"/>
                </a:lnTo>
                <a:cubicBezTo>
                  <a:pt x="200442" y="243602"/>
                  <a:pt x="167640" y="230386"/>
                  <a:pt x="133290" y="228779"/>
                </a:cubicBezTo>
                <a:lnTo>
                  <a:pt x="133290" y="285750"/>
                </a:lnTo>
                <a:cubicBezTo>
                  <a:pt x="133290" y="296287"/>
                  <a:pt x="124777" y="304800"/>
                  <a:pt x="114240" y="304800"/>
                </a:cubicBezTo>
                <a:lnTo>
                  <a:pt x="95190" y="304800"/>
                </a:lnTo>
                <a:cubicBezTo>
                  <a:pt x="84653" y="304800"/>
                  <a:pt x="76140" y="296287"/>
                  <a:pt x="76140" y="285750"/>
                </a:cubicBezTo>
                <a:lnTo>
                  <a:pt x="76140" y="228600"/>
                </a:lnTo>
                <a:cubicBezTo>
                  <a:pt x="34111" y="228600"/>
                  <a:pt x="0" y="194489"/>
                  <a:pt x="0" y="152400"/>
                </a:cubicBezTo>
                <a:cubicBezTo>
                  <a:pt x="0" y="110311"/>
                  <a:pt x="34111" y="76200"/>
                  <a:pt x="76200" y="76200"/>
                </a:cubicBezTo>
                <a:lnTo>
                  <a:pt x="126504" y="76200"/>
                </a:lnTo>
                <a:cubicBezTo>
                  <a:pt x="163294" y="76081"/>
                  <a:pt x="198775" y="62686"/>
                  <a:pt x="226457" y="38517"/>
                </a:cubicBezTo>
                <a:lnTo>
                  <a:pt x="254198" y="14288"/>
                </a:lnTo>
                <a:cubicBezTo>
                  <a:pt x="259794" y="9346"/>
                  <a:pt x="267831" y="8215"/>
                  <a:pt x="274618" y="11251"/>
                </a:cubicBezTo>
                <a:close/>
                <a:moveTo>
                  <a:pt x="133350" y="190500"/>
                </a:moveTo>
                <a:lnTo>
                  <a:pt x="133350" y="190619"/>
                </a:lnTo>
                <a:cubicBezTo>
                  <a:pt x="175200" y="192226"/>
                  <a:pt x="215384" y="207585"/>
                  <a:pt x="247650" y="234315"/>
                </a:cubicBezTo>
                <a:lnTo>
                  <a:pt x="247650" y="70425"/>
                </a:lnTo>
                <a:cubicBezTo>
                  <a:pt x="215384" y="97155"/>
                  <a:pt x="175200" y="112514"/>
                  <a:pt x="133350" y="114121"/>
                </a:cubicBezTo>
                <a:lnTo>
                  <a:pt x="133350" y="1905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284200" y="57531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 Branding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6604000"/>
            <a:ext cx="14732000" cy="1397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3000" y="67945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"PlacementHub is not a job board. It is a workflow platform designed around how campus placements actually operate."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USES PLACEMENTHUB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roles. One ecosystem.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3429000" cy="482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68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6255" y="-11609"/>
                </a:moveTo>
                <a:cubicBezTo>
                  <a:pt x="234621" y="-13662"/>
                  <a:pt x="222681" y="-13662"/>
                  <a:pt x="211047" y="-11609"/>
                </a:cubicBezTo>
                <a:lnTo>
                  <a:pt x="19696" y="21878"/>
                </a:lnTo>
                <a:cubicBezTo>
                  <a:pt x="8266" y="23842"/>
                  <a:pt x="0" y="32683"/>
                  <a:pt x="0" y="42863"/>
                </a:cubicBezTo>
                <a:cubicBezTo>
                  <a:pt x="0" y="52060"/>
                  <a:pt x="6633" y="60097"/>
                  <a:pt x="16329" y="63044"/>
                </a:cubicBezTo>
                <a:lnTo>
                  <a:pt x="16329" y="128588"/>
                </a:lnTo>
                <a:lnTo>
                  <a:pt x="306" y="198775"/>
                </a:lnTo>
                <a:cubicBezTo>
                  <a:pt x="102" y="199579"/>
                  <a:pt x="0" y="200471"/>
                  <a:pt x="0" y="201364"/>
                </a:cubicBezTo>
                <a:cubicBezTo>
                  <a:pt x="0" y="208508"/>
                  <a:pt x="6633" y="214402"/>
                  <a:pt x="14900" y="214402"/>
                </a:cubicBezTo>
                <a:lnTo>
                  <a:pt x="50517" y="214402"/>
                </a:lnTo>
                <a:cubicBezTo>
                  <a:pt x="58681" y="214402"/>
                  <a:pt x="65416" y="208598"/>
                  <a:pt x="65416" y="201364"/>
                </a:cubicBezTo>
                <a:cubicBezTo>
                  <a:pt x="65416" y="200471"/>
                  <a:pt x="65314" y="199668"/>
                  <a:pt x="65110" y="198775"/>
                </a:cubicBezTo>
                <a:lnTo>
                  <a:pt x="48986" y="128588"/>
                </a:lnTo>
                <a:lnTo>
                  <a:pt x="48986" y="69026"/>
                </a:lnTo>
                <a:lnTo>
                  <a:pt x="97971" y="77599"/>
                </a:lnTo>
                <a:lnTo>
                  <a:pt x="97971" y="128588"/>
                </a:lnTo>
                <a:cubicBezTo>
                  <a:pt x="97971" y="191720"/>
                  <a:pt x="156448" y="242888"/>
                  <a:pt x="228600" y="242888"/>
                </a:cubicBezTo>
                <a:cubicBezTo>
                  <a:pt x="300752" y="242888"/>
                  <a:pt x="359229" y="191720"/>
                  <a:pt x="359229" y="128588"/>
                </a:cubicBezTo>
                <a:lnTo>
                  <a:pt x="359229" y="77599"/>
                </a:lnTo>
                <a:lnTo>
                  <a:pt x="437504" y="63937"/>
                </a:lnTo>
                <a:cubicBezTo>
                  <a:pt x="448934" y="61883"/>
                  <a:pt x="457200" y="53042"/>
                  <a:pt x="457200" y="42863"/>
                </a:cubicBezTo>
                <a:cubicBezTo>
                  <a:pt x="457200" y="32683"/>
                  <a:pt x="448934" y="23842"/>
                  <a:pt x="437504" y="21878"/>
                </a:cubicBezTo>
                <a:lnTo>
                  <a:pt x="246255" y="-11609"/>
                </a:lnTo>
                <a:close/>
                <a:moveTo>
                  <a:pt x="228600" y="200025"/>
                </a:moveTo>
                <a:cubicBezTo>
                  <a:pt x="183492" y="200025"/>
                  <a:pt x="146957" y="168057"/>
                  <a:pt x="146957" y="128588"/>
                </a:cubicBezTo>
                <a:lnTo>
                  <a:pt x="310243" y="128588"/>
                </a:lnTo>
                <a:cubicBezTo>
                  <a:pt x="310243" y="168057"/>
                  <a:pt x="273708" y="200025"/>
                  <a:pt x="228600" y="200025"/>
                </a:cubicBezTo>
                <a:close/>
                <a:moveTo>
                  <a:pt x="122566" y="285839"/>
                </a:moveTo>
                <a:cubicBezTo>
                  <a:pt x="59905" y="311021"/>
                  <a:pt x="16329" y="366385"/>
                  <a:pt x="16329" y="430679"/>
                </a:cubicBezTo>
                <a:cubicBezTo>
                  <a:pt x="16329" y="445324"/>
                  <a:pt x="29902" y="457200"/>
                  <a:pt x="46638" y="457200"/>
                </a:cubicBezTo>
                <a:lnTo>
                  <a:pt x="204107" y="457200"/>
                </a:lnTo>
                <a:lnTo>
                  <a:pt x="204107" y="326827"/>
                </a:lnTo>
                <a:lnTo>
                  <a:pt x="145528" y="288429"/>
                </a:lnTo>
                <a:cubicBezTo>
                  <a:pt x="138895" y="284053"/>
                  <a:pt x="130016" y="282893"/>
                  <a:pt x="122464" y="285929"/>
                </a:cubicBezTo>
                <a:close/>
                <a:moveTo>
                  <a:pt x="253093" y="457200"/>
                </a:moveTo>
                <a:lnTo>
                  <a:pt x="410562" y="457200"/>
                </a:lnTo>
                <a:cubicBezTo>
                  <a:pt x="427298" y="457200"/>
                  <a:pt x="440871" y="445324"/>
                  <a:pt x="440871" y="430679"/>
                </a:cubicBezTo>
                <a:cubicBezTo>
                  <a:pt x="440871" y="366385"/>
                  <a:pt x="397295" y="311021"/>
                  <a:pt x="334634" y="285929"/>
                </a:cubicBezTo>
                <a:cubicBezTo>
                  <a:pt x="327082" y="282893"/>
                  <a:pt x="318203" y="284053"/>
                  <a:pt x="311570" y="288429"/>
                </a:cubicBezTo>
                <a:lnTo>
                  <a:pt x="252991" y="326827"/>
                </a:lnTo>
                <a:lnTo>
                  <a:pt x="252991" y="4572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6800" y="3111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6800" y="3556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Profile management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Resume uploads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Applications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Interview tracking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Offer management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33900" y="2159000"/>
            <a:ext cx="3429000" cy="482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387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8700" y="3111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Admin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38700" y="3556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 records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Partnerships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Placement policies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Reporting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05800" y="2159000"/>
            <a:ext cx="3429000" cy="482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106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8594" y="42863"/>
                </a:moveTo>
                <a:lnTo>
                  <a:pt x="278606" y="42863"/>
                </a:lnTo>
                <a:cubicBezTo>
                  <a:pt x="282535" y="42863"/>
                  <a:pt x="285750" y="46077"/>
                  <a:pt x="285750" y="50006"/>
                </a:cubicBezTo>
                <a:lnTo>
                  <a:pt x="285750" y="85725"/>
                </a:lnTo>
                <a:lnTo>
                  <a:pt x="171450" y="85725"/>
                </a:lnTo>
                <a:lnTo>
                  <a:pt x="171450" y="50006"/>
                </a:lnTo>
                <a:cubicBezTo>
                  <a:pt x="171450" y="46077"/>
                  <a:pt x="174665" y="42863"/>
                  <a:pt x="178594" y="42863"/>
                </a:cubicBezTo>
                <a:close/>
                <a:moveTo>
                  <a:pt x="128588" y="50006"/>
                </a:moveTo>
                <a:lnTo>
                  <a:pt x="128588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228600"/>
                </a:lnTo>
                <a:lnTo>
                  <a:pt x="457200" y="228600"/>
                </a:ln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28613" y="85725"/>
                </a:lnTo>
                <a:lnTo>
                  <a:pt x="328613" y="50006"/>
                </a:lnTo>
                <a:cubicBezTo>
                  <a:pt x="328613" y="22414"/>
                  <a:pt x="306199" y="0"/>
                  <a:pt x="278606" y="0"/>
                </a:cubicBezTo>
                <a:lnTo>
                  <a:pt x="178594" y="0"/>
                </a:lnTo>
                <a:cubicBezTo>
                  <a:pt x="151001" y="0"/>
                  <a:pt x="128588" y="22414"/>
                  <a:pt x="128588" y="50006"/>
                </a:cubicBezTo>
                <a:close/>
                <a:moveTo>
                  <a:pt x="457200" y="271463"/>
                </a:moveTo>
                <a:lnTo>
                  <a:pt x="285750" y="271463"/>
                </a:lnTo>
                <a:lnTo>
                  <a:pt x="285750" y="285750"/>
                </a:lnTo>
                <a:cubicBezTo>
                  <a:pt x="285750" y="301556"/>
                  <a:pt x="272981" y="314325"/>
                  <a:pt x="257175" y="314325"/>
                </a:cubicBezTo>
                <a:lnTo>
                  <a:pt x="200025" y="314325"/>
                </a:lnTo>
                <a:cubicBezTo>
                  <a:pt x="184219" y="314325"/>
                  <a:pt x="171450" y="301556"/>
                  <a:pt x="171450" y="285750"/>
                </a:cubicBezTo>
                <a:lnTo>
                  <a:pt x="171450" y="271463"/>
                </a:lnTo>
                <a:lnTo>
                  <a:pt x="0" y="271463"/>
                </a:ln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271463"/>
                </a:lnTo>
                <a:close/>
              </a:path>
            </a:pathLst>
          </a:cu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10600" y="3111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10600" y="3556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Company profile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Campus partnerships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Hiring workflows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Offer management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77700" y="2159000"/>
            <a:ext cx="3429000" cy="482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382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82500" y="31115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 Admin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82500" y="3556000"/>
            <a:ext cx="2819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Tenant onboarding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Global settings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 monitoring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Support management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429500"/>
            <a:ext cx="14732000" cy="6985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7429500"/>
            <a:ext cx="139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navigation ensures each user sees only the features relevant to them.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OPPORTUNITIES MANAGED THROUGH PLACEMENTHUB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just placement drives.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4953000"/>
        </p:xfrm>
        <a:graphic>
          <a:graphicData uri="http://schemas.openxmlformats.org/drawingml/2006/table">
            <a:tbl>
              <a:tblPr/>
              <a:tblGrid>
                <a:gridCol w="471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Program Type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Placement Drives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Campus recruitment — structured hiring events managed end-to-end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Full-time and PPO (Pre-Placement Offer) opportunities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Internships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Summer and semester internships with structured evaluation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Projects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Industry-sponsored assignments and capstone collaborations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Hackathons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Competitions and talent discovery events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Alumni Opportunities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Graduate hiring and experienced professional roles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Employer Engagement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Workshops, sponsorships, and branding activities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429500"/>
            <a:ext cx="14732000" cy="6985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3000" y="7429500"/>
            <a:ext cx="139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 decide which opportunities are visible to their students.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registration to placement.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2159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account provisioned by institution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794000"/>
            <a:ext cx="457200" cy="4572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794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and resume completion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429000"/>
            <a:ext cx="457200" cy="4572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342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429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approved opportunities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457200" cy="4572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406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064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Eligibility validation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699000"/>
            <a:ext cx="457200" cy="4572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2000" y="469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" y="4699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submission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28000" y="2159000"/>
            <a:ext cx="457200" cy="4572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28000" y="215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63000" y="2159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participation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28000" y="2794000"/>
            <a:ext cx="457200" cy="4572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28000" y="279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3000" y="2794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 scheduling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28000" y="3429000"/>
            <a:ext cx="457200" cy="4572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28000" y="342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3429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management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8000" y="4064000"/>
            <a:ext cx="457200" cy="4572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28000" y="406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63000" y="4064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outcome tracking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594600" y="2159000"/>
            <a:ext cx="25400" cy="2997200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2000" y="5334000"/>
            <a:ext cx="14732000" cy="2667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43000" y="558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CONTROLS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43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600200" y="61341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CGPA criteria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826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83200" y="61341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Backlog restrictions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509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66200" y="61341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eligibility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43000" y="679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600200" y="67691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deadlines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826000" y="679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83200" y="6769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Institute placement policies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&amp; EMPLOYER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0485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50800" cy="4572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5821" y="16034"/>
                </a:moveTo>
                <a:cubicBezTo>
                  <a:pt x="208042" y="11589"/>
                  <a:pt x="198437" y="11589"/>
                  <a:pt x="190579" y="16034"/>
                </a:cubicBezTo>
                <a:lnTo>
                  <a:pt x="12779" y="117634"/>
                </a:lnTo>
                <a:cubicBezTo>
                  <a:pt x="2778" y="123349"/>
                  <a:pt x="-2143" y="135096"/>
                  <a:pt x="794" y="146209"/>
                </a:cubicBezTo>
                <a:cubicBezTo>
                  <a:pt x="3731" y="157321"/>
                  <a:pt x="13891" y="165100"/>
                  <a:pt x="25400" y="165100"/>
                </a:cubicBezTo>
                <a:lnTo>
                  <a:pt x="50800" y="165100"/>
                </a:lnTo>
                <a:lnTo>
                  <a:pt x="50800" y="330200"/>
                </a:lnTo>
                <a:lnTo>
                  <a:pt x="50800" y="330200"/>
                </a:lnTo>
                <a:lnTo>
                  <a:pt x="10160" y="360680"/>
                </a:lnTo>
                <a:cubicBezTo>
                  <a:pt x="3731" y="365442"/>
                  <a:pt x="0" y="372983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72983"/>
                  <a:pt x="402669" y="365442"/>
                  <a:pt x="396240" y="360680"/>
                </a:cubicBezTo>
                <a:lnTo>
                  <a:pt x="355600" y="330200"/>
                </a:lnTo>
                <a:lnTo>
                  <a:pt x="355600" y="165100"/>
                </a:lnTo>
                <a:lnTo>
                  <a:pt x="381000" y="165100"/>
                </a:lnTo>
                <a:cubicBezTo>
                  <a:pt x="392509" y="165100"/>
                  <a:pt x="402590" y="157321"/>
                  <a:pt x="405527" y="146209"/>
                </a:cubicBezTo>
                <a:cubicBezTo>
                  <a:pt x="408464" y="135096"/>
                  <a:pt x="403543" y="123349"/>
                  <a:pt x="393541" y="117634"/>
                </a:cubicBezTo>
                <a:lnTo>
                  <a:pt x="215741" y="16034"/>
                </a:lnTo>
                <a:close/>
                <a:moveTo>
                  <a:pt x="317500" y="165100"/>
                </a:moveTo>
                <a:lnTo>
                  <a:pt x="317500" y="330200"/>
                </a:lnTo>
                <a:lnTo>
                  <a:pt x="266700" y="330200"/>
                </a:lnTo>
                <a:lnTo>
                  <a:pt x="266700" y="165100"/>
                </a:lnTo>
                <a:lnTo>
                  <a:pt x="317500" y="165100"/>
                </a:lnTo>
                <a:close/>
                <a:moveTo>
                  <a:pt x="228600" y="165100"/>
                </a:moveTo>
                <a:lnTo>
                  <a:pt x="228600" y="330200"/>
                </a:lnTo>
                <a:lnTo>
                  <a:pt x="177800" y="330200"/>
                </a:lnTo>
                <a:lnTo>
                  <a:pt x="177800" y="165100"/>
                </a:lnTo>
                <a:lnTo>
                  <a:pt x="228600" y="165100"/>
                </a:lnTo>
                <a:close/>
                <a:moveTo>
                  <a:pt x="139700" y="165100"/>
                </a:moveTo>
                <a:lnTo>
                  <a:pt x="139700" y="330200"/>
                </a:lnTo>
                <a:lnTo>
                  <a:pt x="88900" y="330200"/>
                </a:lnTo>
                <a:lnTo>
                  <a:pt x="88900" y="165100"/>
                </a:lnTo>
                <a:lnTo>
                  <a:pt x="139700" y="165100"/>
                </a:lnTo>
                <a:close/>
                <a:moveTo>
                  <a:pt x="203200" y="76200"/>
                </a:moveTo>
                <a:cubicBezTo>
                  <a:pt x="217219" y="76200"/>
                  <a:pt x="228600" y="87581"/>
                  <a:pt x="228600" y="101600"/>
                </a:cubicBezTo>
                <a:cubicBezTo>
                  <a:pt x="228600" y="115619"/>
                  <a:pt x="217219" y="127000"/>
                  <a:pt x="203200" y="127000"/>
                </a:cubicBezTo>
                <a:cubicBezTo>
                  <a:pt x="189181" y="127000"/>
                  <a:pt x="177800" y="115619"/>
                  <a:pt x="177800" y="101600"/>
                </a:cubicBezTo>
                <a:cubicBezTo>
                  <a:pt x="177800" y="87581"/>
                  <a:pt x="189181" y="76200"/>
                  <a:pt x="203200" y="76200"/>
                </a:cubicBez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14500" y="187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Placement Office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540000"/>
            <a:ext cx="6286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Approve employer partnerships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Manage student eligibility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Configure placement policies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Monitor hiring progress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Generate reports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587500"/>
            <a:ext cx="70485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45500" y="1587500"/>
            <a:ext cx="50800" cy="45720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26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98000" y="187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26500" y="2540000"/>
            <a:ext cx="6286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Request campus partnerships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Publish opportunities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Conduct assessments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Schedule interviews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Record offers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6604000"/>
            <a:ext cx="14732000" cy="1397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3000" y="692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8533" y="66675"/>
                </a:moveTo>
                <a:lnTo>
                  <a:pt x="118533" y="111125"/>
                </a:lnTo>
                <a:lnTo>
                  <a:pt x="237067" y="111125"/>
                </a:lnTo>
                <a:lnTo>
                  <a:pt x="237067" y="66675"/>
                </a:lnTo>
                <a:cubicBezTo>
                  <a:pt x="237067" y="42158"/>
                  <a:pt x="210489" y="22225"/>
                  <a:pt x="177800" y="22225"/>
                </a:cubicBezTo>
                <a:cubicBezTo>
                  <a:pt x="145111" y="22225"/>
                  <a:pt x="118533" y="42158"/>
                  <a:pt x="118533" y="66675"/>
                </a:cubicBezTo>
                <a:close/>
                <a:moveTo>
                  <a:pt x="59267" y="111125"/>
                </a:moveTo>
                <a:lnTo>
                  <a:pt x="59267" y="66675"/>
                </a:lnTo>
                <a:cubicBezTo>
                  <a:pt x="59267" y="17572"/>
                  <a:pt x="112329" y="-22225"/>
                  <a:pt x="177800" y="-22225"/>
                </a:cubicBezTo>
                <a:cubicBezTo>
                  <a:pt x="243271" y="-22225"/>
                  <a:pt x="296333" y="17572"/>
                  <a:pt x="296333" y="66675"/>
                </a:cubicBezTo>
                <a:lnTo>
                  <a:pt x="296333" y="111125"/>
                </a:lnTo>
                <a:cubicBezTo>
                  <a:pt x="329023" y="111125"/>
                  <a:pt x="355600" y="131058"/>
                  <a:pt x="355600" y="1555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26577" y="111125"/>
                  <a:pt x="59267" y="111125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51000" y="692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7366000"/>
            <a:ext cx="139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employer can interact with a campus until the partnership is </a:t>
            </a: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by that institution</a:t>
            </a: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PLACEMENT SEASON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workflow. Complete visibility.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8636000" cy="596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000" y="2286000"/>
            <a:ext cx="8128000" cy="508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70000" y="228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Super Admin onboards College &amp; Employer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53000" y="27940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6000" y="3022600"/>
            <a:ext cx="8128000" cy="508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70000" y="3022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College approves partnership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0" y="35306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6000" y="3759200"/>
            <a:ext cx="8128000" cy="5080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0000" y="3759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publishes opportunity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53000" y="42672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6000" y="4495800"/>
            <a:ext cx="8128000" cy="5080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70000" y="4495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College approves visibility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53000" y="50038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6000" y="5232400"/>
            <a:ext cx="8128000" cy="508000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0000" y="5232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Students apply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53000" y="57404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6000" y="5969000"/>
            <a:ext cx="8128000" cy="508000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70000" y="596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Assessments &amp; interviews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53000" y="64770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6000" y="6705600"/>
            <a:ext cx="8128000" cy="508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70000" y="6705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Offers issued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53000" y="7213600"/>
            <a:ext cx="0" cy="2286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16000" y="7442200"/>
            <a:ext cx="8128000" cy="508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70000" y="74422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Placement rules enforced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06000" y="2095500"/>
            <a:ext cx="5588000" cy="5969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87000" y="241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FLEXIBILITY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2870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744200" y="3022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result management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287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744200" y="3657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export/import workflows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2870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744200" y="4292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 institutional visibility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2870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744200" y="4927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outcome tracking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287000" y="5842000"/>
            <a:ext cx="482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step in the workflow generates audit trails and reporting data, giving placement offices complete visibility into their hiring season.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STRENGTHS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real campus operations.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04850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7048500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14500" y="247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3111500"/>
            <a:ext cx="6286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Partnership approval workflow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Visibility controls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Role-based permissions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2159000"/>
            <a:ext cx="704850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45500" y="2159000"/>
            <a:ext cx="7048500" cy="50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26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9565" y="25400"/>
                </a:moveTo>
                <a:lnTo>
                  <a:pt x="338667" y="25400"/>
                </a:lnTo>
                <a:cubicBezTo>
                  <a:pt x="376026" y="25400"/>
                  <a:pt x="406400" y="48181"/>
                  <a:pt x="406400" y="762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30374" y="25400"/>
                  <a:pt x="67733" y="25400"/>
                </a:cubicBezTo>
                <a:lnTo>
                  <a:pt x="76835" y="25400"/>
                </a:lnTo>
                <a:cubicBezTo>
                  <a:pt x="88477" y="10239"/>
                  <a:pt x="110384" y="0"/>
                  <a:pt x="135467" y="0"/>
                </a:cubicBezTo>
                <a:lnTo>
                  <a:pt x="270933" y="0"/>
                </a:lnTo>
                <a:cubicBezTo>
                  <a:pt x="296016" y="0"/>
                  <a:pt x="317923" y="10239"/>
                  <a:pt x="329565" y="25400"/>
                </a:cubicBezTo>
                <a:close/>
                <a:moveTo>
                  <a:pt x="262467" y="88900"/>
                </a:moveTo>
                <a:cubicBezTo>
                  <a:pt x="276543" y="88900"/>
                  <a:pt x="287867" y="80407"/>
                  <a:pt x="287867" y="69850"/>
                </a:cubicBezTo>
                <a:cubicBezTo>
                  <a:pt x="287867" y="59293"/>
                  <a:pt x="276543" y="50800"/>
                  <a:pt x="262467" y="50800"/>
                </a:cubicBezTo>
                <a:lnTo>
                  <a:pt x="143933" y="50800"/>
                </a:lnTo>
                <a:cubicBezTo>
                  <a:pt x="129858" y="50800"/>
                  <a:pt x="118533" y="59293"/>
                  <a:pt x="118533" y="69850"/>
                </a:cubicBezTo>
                <a:cubicBezTo>
                  <a:pt x="118533" y="80407"/>
                  <a:pt x="129858" y="88900"/>
                  <a:pt x="143933" y="88900"/>
                </a:cubicBezTo>
                <a:lnTo>
                  <a:pt x="262467" y="88900"/>
                </a:lnTo>
                <a:close/>
                <a:moveTo>
                  <a:pt x="292523" y="206931"/>
                </a:moveTo>
                <a:cubicBezTo>
                  <a:pt x="299932" y="198041"/>
                  <a:pt x="296333" y="186293"/>
                  <a:pt x="284480" y="180658"/>
                </a:cubicBezTo>
                <a:cubicBezTo>
                  <a:pt x="272627" y="175022"/>
                  <a:pt x="256963" y="177800"/>
                  <a:pt x="249449" y="186690"/>
                </a:cubicBezTo>
                <a:lnTo>
                  <a:pt x="184467" y="264716"/>
                </a:lnTo>
                <a:lnTo>
                  <a:pt x="155892" y="236141"/>
                </a:lnTo>
                <a:cubicBezTo>
                  <a:pt x="147426" y="227727"/>
                  <a:pt x="131551" y="225981"/>
                  <a:pt x="120332" y="232331"/>
                </a:cubicBezTo>
                <a:cubicBezTo>
                  <a:pt x="109114" y="238681"/>
                  <a:pt x="106786" y="250587"/>
                  <a:pt x="115252" y="259001"/>
                </a:cubicBezTo>
                <a:lnTo>
                  <a:pt x="166052" y="309801"/>
                </a:lnTo>
                <a:cubicBezTo>
                  <a:pt x="171027" y="314801"/>
                  <a:pt x="179070" y="317659"/>
                  <a:pt x="187431" y="317421"/>
                </a:cubicBezTo>
                <a:cubicBezTo>
                  <a:pt x="195792" y="317183"/>
                  <a:pt x="203412" y="313849"/>
                  <a:pt x="207857" y="308451"/>
                </a:cubicBezTo>
                <a:lnTo>
                  <a:pt x="292523" y="206851"/>
                </a:ln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98000" y="247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26500" y="3111500"/>
            <a:ext cx="6286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 logs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Email logs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Activity history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588000"/>
            <a:ext cx="7048500" cy="2540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2000" y="5588000"/>
            <a:ext cx="7048500" cy="50800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3000" y="590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14500" y="5905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6540500"/>
            <a:ext cx="6286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Placement analytics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 and employer reports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Exportable data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45500" y="5588000"/>
            <a:ext cx="7048500" cy="2540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45500" y="5588000"/>
            <a:ext cx="7048500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26500" y="590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933" y="50800"/>
                </a:moveTo>
                <a:cubicBezTo>
                  <a:pt x="16933" y="22781"/>
                  <a:pt x="47308" y="0"/>
                  <a:pt x="84667" y="0"/>
                </a:cubicBezTo>
                <a:lnTo>
                  <a:pt x="321733" y="0"/>
                </a:lnTo>
                <a:cubicBezTo>
                  <a:pt x="359093" y="0"/>
                  <a:pt x="389467" y="22781"/>
                  <a:pt x="389467" y="50800"/>
                </a:cubicBezTo>
                <a:lnTo>
                  <a:pt x="389467" y="355600"/>
                </a:lnTo>
                <a:cubicBezTo>
                  <a:pt x="389467" y="383619"/>
                  <a:pt x="359093" y="406400"/>
                  <a:pt x="321733" y="406400"/>
                </a:cubicBezTo>
                <a:lnTo>
                  <a:pt x="84667" y="406400"/>
                </a:lnTo>
                <a:cubicBezTo>
                  <a:pt x="47308" y="406400"/>
                  <a:pt x="16933" y="383619"/>
                  <a:pt x="16933" y="355600"/>
                </a:cubicBezTo>
                <a:lnTo>
                  <a:pt x="16933" y="50800"/>
                </a:lnTo>
                <a:close/>
                <a:moveTo>
                  <a:pt x="135467" y="349250"/>
                </a:moveTo>
                <a:cubicBezTo>
                  <a:pt x="135467" y="359807"/>
                  <a:pt x="146791" y="368300"/>
                  <a:pt x="160867" y="368300"/>
                </a:cubicBezTo>
                <a:lnTo>
                  <a:pt x="245533" y="368300"/>
                </a:lnTo>
                <a:cubicBezTo>
                  <a:pt x="259609" y="368300"/>
                  <a:pt x="270933" y="359807"/>
                  <a:pt x="270933" y="349250"/>
                </a:cubicBezTo>
                <a:cubicBezTo>
                  <a:pt x="270933" y="338693"/>
                  <a:pt x="259609" y="330200"/>
                  <a:pt x="245533" y="330200"/>
                </a:cubicBezTo>
                <a:lnTo>
                  <a:pt x="160867" y="330200"/>
                </a:lnTo>
                <a:cubicBezTo>
                  <a:pt x="146791" y="330200"/>
                  <a:pt x="135467" y="338693"/>
                  <a:pt x="135467" y="349250"/>
                </a:cubicBezTo>
                <a:close/>
                <a:moveTo>
                  <a:pt x="321733" y="50800"/>
                </a:moveTo>
                <a:lnTo>
                  <a:pt x="84667" y="50800"/>
                </a:lnTo>
                <a:lnTo>
                  <a:pt x="84667" y="292100"/>
                </a:lnTo>
                <a:lnTo>
                  <a:pt x="321733" y="292100"/>
                </a:lnTo>
                <a:lnTo>
                  <a:pt x="321733" y="508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98000" y="5905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826500" y="6540500"/>
            <a:ext cx="6286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Mobile-friendly workflows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Dark and light themes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Guided help and documentation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22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update — June 2026.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048500" cy="469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7048500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857500"/>
            <a:ext cx="6286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Multi-tenant architecture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Student workflows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workflows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Placement office workflows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Opportunity management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Reporting foundation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Sandbox deployment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2095500"/>
            <a:ext cx="7048500" cy="469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45500" y="2095500"/>
            <a:ext cx="7048500" cy="50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265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FOCUS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26500" y="2857500"/>
            <a:ext cx="6286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User testing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Pilot institution onboarding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Feedback incorporation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Production readiness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723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10000" y="7239000"/>
            <a:ext cx="1130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Pilot-ready sandbox environment.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462000" y="8737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c6e372hnke34/mnt/agents/output/placementhub/images/6_Starting_Your_New_Career_Tips_for.png"/>
          <p:cNvPicPr>
            <a:picLocks noChangeAspect="1"/>
          </p:cNvPicPr>
          <p:nvPr/>
        </p:nvPicPr>
        <p:blipFill>
          <a:blip r:embed="rId3"/>
          <a:srcRect t="19463" b="1946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D3D">
                  <a:alpha val="94000"/>
                </a:srgbClr>
              </a:gs>
              <a:gs pos="50000">
                <a:srgbClr val="1E2D3D">
                  <a:alpha val="82000"/>
                </a:srgbClr>
              </a:gs>
              <a:gs pos="100000">
                <a:srgbClr val="1E2D3D">
                  <a:alpha val="6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0" y="1651000"/>
            <a:ext cx="2540000" cy="381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778000" y="190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kern="0" spc="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2413000" y="28575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Operating System for Campus Placements and Industry Engagement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588000" y="3556000"/>
            <a:ext cx="5080000" cy="12700"/>
          </a:xfrm>
          <a:prstGeom prst="rect">
            <a:avLst/>
          </a:prstGeom>
          <a:solidFill>
            <a:srgbClr val="F5F3E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78000" y="3810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NEXT STEPS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48000" y="4254500"/>
            <a:ext cx="1016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deployment with one institution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 2–3 employer partners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data migration and onboarding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office training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rollout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8000" y="6477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13000" y="6858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become the central platform through which institutions, students, alumni, and employers collaborate throughout the academic and hiring lifecycle.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88000" y="7747000"/>
            <a:ext cx="5080000" cy="12700"/>
          </a:xfrm>
          <a:prstGeom prst="rect">
            <a:avLst/>
          </a:prstGeom>
          <a:solidFill>
            <a:srgbClr val="F5F3E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48000" y="7874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Demo: [URL]  |  Email: [Email]</a:t>
            </a:r>
            <a:endParaRPr lang="en-US" sz="1400" dirty="0"/>
          </a:p>
          <a:p>
            <a:pPr algn="ctr">
              <a:lnSpc>
                <a:spcPct val="180000"/>
              </a:lnSpc>
            </a:pPr>
            <a:r>
              <a:rPr lang="en-US" sz="1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Sandbox Environment  |  June 2026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23000" y="869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kern="0" spc="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PLACEMENTHUB.IO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1145</Words>
  <Application>Microsoft Office PowerPoint</Application>
  <PresentationFormat>Custom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Quattrocento Sans</vt:lpstr>
      <vt:lpstr>Liter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PlacementHub - The Operating System for Campus Placements</dc:title>
  <dc:subject>PlacementHub - The Operating System for Campus Placements</dc:subject>
  <dc:creator>Kimi</dc:creator>
  <cp:lastModifiedBy>Sandeep Jain</cp:lastModifiedBy>
  <cp:revision>2</cp:revision>
  <dcterms:created xsi:type="dcterms:W3CDTF">2026-06-24T08:53:03Z</dcterms:created>
  <dcterms:modified xsi:type="dcterms:W3CDTF">2026-06-24T09:06:20Z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{"Label":"PlacementHub - The Operating System for Campus Placements","ContentProducer":"001191110108MACG2KBH8F10000","ProduceID":"19ef8cb1-d182-8032-8000-000033b312d4","ReservedCode1":"","ContentPropagator":"001191110108MACG2KBH8F20000","PropagateID":"19ef8c86-1902-87be-8000-0912c631c00f","ReservedCode2":""}</vt:lpwstr>
  </property>
</Properties>
</file>